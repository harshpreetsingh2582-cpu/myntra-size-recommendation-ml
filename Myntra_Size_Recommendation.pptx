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8175D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3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Previous Returns</c:v>
                </c:pt>
                <c:pt idx="1">
                  <c:v>Age</c:v>
                </c:pt>
                <c:pt idx="2">
                  <c:v>Previous Purchases</c:v>
                </c:pt>
                <c:pt idx="3">
                  <c:v>Height (cm)</c:v>
                </c:pt>
                <c:pt idx="4">
                  <c:v>Weight (kg)</c:v>
                </c:pt>
                <c:pt idx="5">
                  <c:v>Previous Size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6.8199999999999997E-2</c:v>
                </c:pt>
                <c:pt idx="1">
                  <c:v>8.3500000000000005E-2</c:v>
                </c:pt>
                <c:pt idx="2">
                  <c:v>8.6499999999999994E-2</c:v>
                </c:pt>
                <c:pt idx="3">
                  <c:v>9.9199999999999997E-2</c:v>
                </c:pt>
                <c:pt idx="4">
                  <c:v>0.14599999999999999</c:v>
                </c:pt>
                <c:pt idx="5">
                  <c:v>0.17230000000000001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64-004E-95CF-F078EA23E9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3F19D-7E6D-B847-B625-332197CF823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F1080-A310-3A49-8182-6ECFB6F62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2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8175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E8175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CLASS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Clothing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Recommendation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size-related returns for online fashion retail with supervised machine learning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617720"/>
            <a:ext cx="2926080" cy="0"/>
          </a:xfrm>
          <a:prstGeom prst="line">
            <a:avLst/>
          </a:prstGeom>
          <a:noFill/>
          <a:ln w="25400">
            <a:solidFill>
              <a:srgbClr val="E81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Fintech &amp; AI  •  Chitkara Business School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0" y="4846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5010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06840" y="52852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clothing size matters to online fashion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in-store shopping, online shoppers can't try before they buy — they rely on size charts that vary between brands and product lines, so wrong-size orders are common.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E8175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51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17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Return Rates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Ill-fitting items are shipped back, driving up reverse-logistics cost.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11" name="Shape 9"/>
          <p:cNvSpPr/>
          <p:nvPr/>
        </p:nvSpPr>
        <p:spPr>
          <a:xfrm>
            <a:off x="363931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Dissatisfaction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fit is a frustrating experience that erodes brand loyalty.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395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Sales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uncertainty causes hesitation and abandoned carts.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30859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0859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0859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return shipments add avoidable carbon footprint.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AI system that recommends the most suitable size for each customer, reducing returns and improving the shopping experience.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personalization: 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Supervised Machine Learning problem — specifically Classification, where the model predicts a size category rather than a continuous number.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Random Forest Classifier: an ensemble of decision trees that handles mixed numeric and categorical data well and gives good baseline accuracy.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323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64208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05456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46704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87952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89320" y="1600200"/>
            <a:ext cx="5669280" cy="4069080"/>
          </a:xfrm>
          <a:prstGeom prst="roundRect">
            <a:avLst>
              <a:gd name="adj" fmla="val 1798"/>
            </a:avLst>
          </a:prstGeom>
          <a:solidFill>
            <a:srgbClr val="FB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SIGNALS THE MODEL USES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2128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2128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15400" y="22128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22128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2916936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(cm)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915400" y="2916936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(kg)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362102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6210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Size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15400" y="362102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6210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43251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3251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915400" y="43251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43251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Preference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63640" y="502920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5029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915400" y="502920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5029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Returns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synthetic dataset, built for academic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dataset was generated to simulate realistic customer and product data — no real Myntra or customer data was used, avoiding privacy concerns entirely.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target size classes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2588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data?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customer privacy — no real records involved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data-access constraints of an academic project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design balanced, realistic relationships between attributes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 of size, height, weight &amp; categorical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8842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01722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10" name="Text 8"/>
          <p:cNvSpPr/>
          <p:nvPr/>
        </p:nvSpPr>
        <p:spPr>
          <a:xfrm>
            <a:off x="2966314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66314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66314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inconsistent entries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1923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4803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9395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19395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9395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features; encode categorical text into numbers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5005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07885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7472477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72477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2477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so every size class is represented fairly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78086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60966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E8175D"/>
          </a:solidFill>
          <a:ln/>
        </p:spPr>
      </p:sp>
      <p:sp>
        <p:nvSpPr>
          <p:cNvPr id="25" name="Text 23"/>
          <p:cNvSpPr/>
          <p:nvPr/>
        </p:nvSpPr>
        <p:spPr>
          <a:xfrm>
            <a:off x="9725558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25558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25558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Random Forest Classifier on the processed training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the model perform?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perfectly memorizes training data — a sign it may be overfitting.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E8175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62.4%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2628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unseen data — the number that actually matters for real 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4688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can overfit noisy or limited data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synthetic rows is a small dataset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still beats the ~17% random-chance baseline across 6 classes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(n_estimators=100)  ·  class_weight = balanced  ·  random_state = 42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is strong — and where it isn't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F1-score per size class (test set, n = 500). Accuracy alone can hide poor performance on smaller classes.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675120" cy="3566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148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BEFF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</a:t>
            </a:r>
            <a:endParaRPr lang="en-US" sz="1000" dirty="0"/>
          </a:p>
        </p:txBody>
      </p:sp>
      <p:sp>
        <p:nvSpPr>
          <p:cNvPr id="5" name="Text 5"/>
          <p:cNvSpPr/>
          <p:nvPr/>
        </p:nvSpPr>
        <p:spPr>
          <a:xfrm>
            <a:off x="7772400" y="2697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L and XL — the most common sizes — are predicted best (F1 ≈ 0.57–0.70)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and XXL are rare (4 and 20 samples) and get confused with neighbouring sizes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accuracy: 62.4%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model's size prediction?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23232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SIGNALS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Size — 17.2%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871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predictor: people tend to stick with sizes close to what fit before.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(kg) — 14.6%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3721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physical driver of clothing size.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(cm) — 9.9%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49560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customers often need longer or larger garments.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model into business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Returns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recommended size on product pages to cut mis-sizing at the source.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10" name="Shape 8"/>
          <p:cNvSpPr/>
          <p:nvPr/>
        </p:nvSpPr>
        <p:spPr>
          <a:xfrm>
            <a:off x="3575304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35224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Loyalty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35224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better-fitting first order builds trust and repeat purchases.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5824728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Conversion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84648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sizing reduces cart abandonment during checkout.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6912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4152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21" name="Text 19"/>
          <p:cNvSpPr/>
          <p:nvPr/>
        </p:nvSpPr>
        <p:spPr>
          <a:xfrm>
            <a:off x="8074152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34072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Inventory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34072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guides which sizing charts &amp; stock levels need attention.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46336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E8175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23576" y="22402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576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17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83496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83496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generic charts to a 'Recommended for You' experience.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honest about the constraints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fully capture real-world sizing complexity across brands &amp; body types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 is small next to millions of real transactions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Constraints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44568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trades some interpretability for accuracy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of 100% signals overfitting risk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Feedback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predicts within fixed sizes (XS–XXL); no custom sizing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feedback loop — the model doesn't yet learn from real returns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foundation, with a clear next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F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realistic synthetic dataset simulating customer &amp; product attributes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the full ML lifecycle: preprocessing → training → evaluation → interpretation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Random Forest model that clearly beats random-chance guessing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actionable feature-importance insights for the business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prediction logic into a reusable function, demo-ready via an interactive widget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3232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real, detailed body-measurement data over time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feature engineering (fabric stretch, garment cut, etc.)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live feedback loop — did the recommended size fit?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more advanced models for a possible accuracy gain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E8175D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E8175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Clothing Size Recommendation System  ·  Aman  ·  BBA Fintech &amp; AI, Chitkara Business School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Widescreen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Harshpreet Singh</cp:lastModifiedBy>
  <cp:revision>2</cp:revision>
  <dcterms:created xsi:type="dcterms:W3CDTF">2026-09-16T02:27:16Z</dcterms:created>
  <dcterms:modified xsi:type="dcterms:W3CDTF">2026-09-17T04:05:59Z</dcterms:modified>
</cp:coreProperties>
</file>